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63" r:id="rId4"/>
    <p:sldId id="287" r:id="rId5"/>
    <p:sldId id="288" r:id="rId6"/>
    <p:sldId id="289" r:id="rId7"/>
    <p:sldId id="292" r:id="rId8"/>
    <p:sldId id="293" r:id="rId9"/>
    <p:sldId id="294" r:id="rId10"/>
    <p:sldId id="295" r:id="rId11"/>
    <p:sldId id="297" r:id="rId12"/>
    <p:sldId id="298" r:id="rId13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160"/>
        <p:guide pos="3889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7620" y="-3810"/>
            <a:ext cx="12198985" cy="6861810"/>
          </a:xfrm>
          <a:prstGeom prst="rect">
            <a:avLst/>
          </a:prstGeom>
          <a:noFill/>
          <a:ln w="9525">
            <a:noFill/>
          </a:ln>
          <a:effectLst/>
        </p:spPr>
      </p:pic>
      <p:sp>
        <p:nvSpPr>
          <p:cNvPr id="2" name="Text Box 1"/>
          <p:cNvSpPr txBox="1"/>
          <p:nvPr/>
        </p:nvSpPr>
        <p:spPr>
          <a:xfrm>
            <a:off x="913130" y="582930"/>
            <a:ext cx="103663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>
                <a:solidFill>
                  <a:schemeClr val="tx1">
                    <a:lumMod val="95000"/>
                    <a:lumOff val="5000"/>
                  </a:schemeClr>
                </a:solidFill>
              </a:rPr>
              <a:t>CRM Application for Jewel Management</a:t>
            </a:r>
            <a:r>
              <a:rPr lang="en-IN" altLang="en-US" sz="3200">
                <a:solidFill>
                  <a:schemeClr val="tx1">
                    <a:lumMod val="95000"/>
                    <a:lumOff val="5000"/>
                  </a:schemeClr>
                </a:solidFill>
              </a:rPr>
              <a:t>-(Developer)</a:t>
            </a:r>
            <a:endParaRPr lang="en-IN" altLang="en-US" sz="3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00420" y="2141220"/>
            <a:ext cx="5699760" cy="433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TEAM LEADER:</a:t>
            </a:r>
            <a:endParaRPr lang="en-US" altLang="en-US" sz="2400" b="1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Vanasofy A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(9124221040</a:t>
            </a:r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54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)</a:t>
            </a:r>
            <a:endParaRPr lang="en-US" altLang="en-US" sz="240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TEAM MEMBERS:</a:t>
            </a:r>
            <a:endParaRPr lang="en-US" altLang="en-US" sz="2400" b="1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Swetha S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(9124221040</a:t>
            </a:r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49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altLang="en-US" sz="240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Swetha SM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 (9124221040</a:t>
            </a:r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50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),</a:t>
            </a:r>
            <a:endParaRPr lang="en-US" altLang="en-US" sz="240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Swetha T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 (9124221040</a:t>
            </a:r>
            <a:r>
              <a:rPr lang="en-IN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51</a:t>
            </a:r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altLang="en-US" sz="240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 b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COLLEGE NAME:</a:t>
            </a:r>
            <a:endParaRPr lang="en-US" altLang="en-US" sz="2400" b="1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US" sz="240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Shanmuganathan E ngineering College</a:t>
            </a:r>
            <a:endParaRPr lang="en-US" altLang="en-US" sz="240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55" y="3672840"/>
            <a:ext cx="2330450" cy="1028700"/>
          </a:xfrm>
          <a:prstGeom prst="rect">
            <a:avLst/>
          </a:prstGeom>
        </p:spPr>
      </p:pic>
      <p:pic>
        <p:nvPicPr>
          <p:cNvPr id="8" name="Picture 7" descr="images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505" y="3272155"/>
            <a:ext cx="1894205" cy="13284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830" y="2141220"/>
            <a:ext cx="1715770" cy="10922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779780" y="5873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PROJECT OVERVIEW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779780" y="1624965"/>
            <a:ext cx="9199245" cy="3608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A cloud-based CRM system built using Salesforce to manage jewelry business operations.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Integrates customers, items, prices, and billing under one platform.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Automates workflows using tools like Object Manager, App Builder, and Flow Builder.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Aims to replace manual processes with efficient, accurate, and scalable digital solutions.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20066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693420" y="5873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OBJECTIVES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693420" y="1605915"/>
            <a:ext cx="9199245" cy="4869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>
                <a:sym typeface="+mn-ea"/>
              </a:rPr>
              <a:t>Automate jewelry business operations.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>
                <a:sym typeface="+mn-ea"/>
              </a:rPr>
              <a:t>Maintain data accuracy and consistency.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>
                <a:sym typeface="+mn-ea"/>
              </a:rPr>
              <a:t>Utilize Salesforce declarative tools (no coding).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>
                <a:sym typeface="+mn-ea"/>
              </a:rPr>
              <a:t>Improve accessibility and business efficiency.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>
                <a:sym typeface="+mn-ea"/>
              </a:rPr>
              <a:t>Provide a secure, cloud-based CRM platform.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607695" y="5010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TECHNOLOGIES USED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607695" y="1692275"/>
            <a:ext cx="9672955" cy="4281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Salesforce Lightning Platform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Object Manager, Schema Builder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Flow Builder, App Builder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Reports &amp; Dashboards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Profiles, Roles, Permission Sets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92125" y="50165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SYSTEM DESIGN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492125" y="1419860"/>
            <a:ext cx="11294745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 b="1"/>
              <a:t>Architecture Layers:</a:t>
            </a:r>
            <a:endParaRPr lang="en-US" altLang="en-US" sz="2600" b="1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600"/>
              <a:t>UI Layer: Lightning App and Tabs for users.</a:t>
            </a: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600"/>
              <a:t>Application Layer: Declarative tools handle logic.</a:t>
            </a: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600"/>
              <a:t>Database Layer: Cloud-based Salesforce storage.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 b="1"/>
              <a:t>Data Flow:</a:t>
            </a:r>
            <a:endParaRPr lang="en-US" altLang="en-US" sz="2600" b="1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600"/>
              <a:t>Customer → Item → Price → Billing → Reports</a:t>
            </a: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en-US" sz="26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600"/>
              <a:t>Automated updates via record-triggered flows.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92125" y="50165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SYSTEM MODULES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492125" y="1419860"/>
            <a:ext cx="11294745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Setup &amp; Configuration: Objects, Fields, Tabs, Layouts.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Security &amp; Access Control: Profiles, Roles, Permission Sets.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Reporting &amp; Analytics: Reports and Dashboards.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Automation &amp; Process: Record-Triggered Flows.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User Management: User Accounts and Adoption Tracking.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92125" y="501650"/>
            <a:ext cx="5011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WORKFLOW OVERVIEW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492125" y="1419860"/>
            <a:ext cx="11294745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Add customer details to Jewel Customer Object.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Add items and link them to customers.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Define prices in the Price Object.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Billing auto-generated through Flow Builder.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Data visualized in Reports and Dashboards.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92125" y="501650"/>
            <a:ext cx="5011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WORKFLOW DIAGRAM</a:t>
            </a:r>
            <a:endParaRPr lang="en-IN" altLang="en-US" sz="3200" b="1"/>
          </a:p>
        </p:txBody>
      </p:sp>
      <p:pic>
        <p:nvPicPr>
          <p:cNvPr id="2" name="Picture 1" descr="workflow diad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15" y="1552575"/>
            <a:ext cx="9640570" cy="514731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92125" y="501650"/>
            <a:ext cx="110661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DASHBOARD OUTPUT</a:t>
            </a:r>
            <a:endParaRPr lang="en-IN" altLang="en-US" sz="3200" b="1"/>
          </a:p>
        </p:txBody>
      </p:sp>
      <p:pic>
        <p:nvPicPr>
          <p:cNvPr id="7" name="Picture 6" descr="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1371600"/>
            <a:ext cx="10115550" cy="51765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92125" y="501650"/>
            <a:ext cx="110661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OUTCOMES &amp; FUTURE ENHANCEMENTS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290830" y="1419860"/>
            <a:ext cx="5857240" cy="3709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 b="1"/>
              <a:t>Expected Outcomes:</a:t>
            </a:r>
            <a:endParaRPr lang="en-US" altLang="en-US" sz="2600" b="1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/>
              <a:t>Efficient data handling and automation.</a:t>
            </a: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/>
              <a:t>Real-time analytics and reports.</a:t>
            </a: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/>
              <a:t>Reduced manual workload.</a:t>
            </a:r>
            <a:endParaRPr lang="en-US" altLang="en-US" sz="2600"/>
          </a:p>
        </p:txBody>
      </p:sp>
      <p:sp>
        <p:nvSpPr>
          <p:cNvPr id="6" name="Text Box 5"/>
          <p:cNvSpPr txBox="1"/>
          <p:nvPr/>
        </p:nvSpPr>
        <p:spPr>
          <a:xfrm>
            <a:off x="6148070" y="1419860"/>
            <a:ext cx="5857240" cy="3709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 b="1"/>
              <a:t>Future Enhancements:</a:t>
            </a:r>
            <a:endParaRPr lang="en-US" altLang="en-US" sz="2600" b="1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/>
              <a:t>Mobile app and AI-based jewelry suggestions.</a:t>
            </a: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/>
              <a:t>Loyalty and reward system.</a:t>
            </a: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/>
              <a:t>Integration with payment gateways and chatbot support.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92125" y="501650"/>
            <a:ext cx="110661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 b="1"/>
              <a:t>CONCLUSION</a:t>
            </a:r>
            <a:endParaRPr lang="en-IN" altLang="en-US" sz="3200" b="1"/>
          </a:p>
        </p:txBody>
      </p:sp>
      <p:sp>
        <p:nvSpPr>
          <p:cNvPr id="4" name="Text Box 3"/>
          <p:cNvSpPr txBox="1"/>
          <p:nvPr/>
        </p:nvSpPr>
        <p:spPr>
          <a:xfrm>
            <a:off x="592455" y="1577340"/>
            <a:ext cx="10763885" cy="4813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The CRM Application for Jewel Management provides a modern and efficient solution for jewelry business operations.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It automates core tasks, ensures data accuracy, and enhances customer experience.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With its scalable Salesforce architecture, it simplifies management and decision-making.</a:t>
            </a: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en-US" sz="2600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en-US" sz="2600"/>
              <a:t>Future enhancements like AI, mobile integration, and payment automation can further strengthen business growth.</a:t>
            </a:r>
            <a:endParaRPr lang="en-US" altLang="en-US" sz="260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2426</Words>
  <Application>WPS Presentation</Application>
  <PresentationFormat>宽屏</PresentationFormat>
  <Paragraphs>117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Wingdings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Vanasofy Arulandhu</cp:lastModifiedBy>
  <cp:revision>19</cp:revision>
  <dcterms:created xsi:type="dcterms:W3CDTF">2016-01-13T03:02:00Z</dcterms:created>
  <dcterms:modified xsi:type="dcterms:W3CDTF">2025-10-29T16:01:03Z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1033-12.2.0.23131</vt:lpwstr>
  </property>
  <property fmtid="{D5CDD505-2E9C-101B-9397-08002B2CF9AE}" pid="3" name="ICV">
    <vt:lpwstr>315A0E0B3CB141FE87C1447E653B401E_13</vt:lpwstr>
  </property>
</Properties>
</file>